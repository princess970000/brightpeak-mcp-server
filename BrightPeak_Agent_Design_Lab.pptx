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AT-RISK INTERVENTION AGENT · BRIGHTPEAK ACADEMY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Taught BrightPeak's Early-Alert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to Actually See Students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93192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agent architectures. One student-risk problem. The same six test students, four very different outcomes.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5120640"/>
            <a:ext cx="2468880" cy="502920"/>
          </a:xfrm>
          <a:prstGeom prst="roundRect">
            <a:avLst>
              <a:gd name="adj" fmla="val 50909"/>
            </a:avLst>
          </a:prstGeom>
          <a:solidFill>
            <a:srgbClr val="2C387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1206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154680" y="5120640"/>
            <a:ext cx="2468880" cy="502920"/>
          </a:xfrm>
          <a:prstGeom prst="roundRect">
            <a:avLst>
              <a:gd name="adj" fmla="val 50909"/>
            </a:avLst>
          </a:prstGeom>
          <a:solidFill>
            <a:srgbClr val="2C3878"/>
          </a:solidFill>
          <a:ln/>
        </p:spPr>
      </p:sp>
      <p:sp>
        <p:nvSpPr>
          <p:cNvPr id="8" name="Text 6"/>
          <p:cNvSpPr/>
          <p:nvPr/>
        </p:nvSpPr>
        <p:spPr>
          <a:xfrm>
            <a:off x="3154680" y="51206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Unconstrained ReAct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852160" y="5120640"/>
            <a:ext cx="2468880" cy="502920"/>
          </a:xfrm>
          <a:prstGeom prst="roundRect">
            <a:avLst>
              <a:gd name="adj" fmla="val 50909"/>
            </a:avLst>
          </a:prstGeom>
          <a:solidFill>
            <a:srgbClr val="2C3878"/>
          </a:solidFill>
          <a:ln/>
        </p:spPr>
      </p:sp>
      <p:sp>
        <p:nvSpPr>
          <p:cNvPr id="10" name="Text 8"/>
          <p:cNvSpPr/>
          <p:nvPr/>
        </p:nvSpPr>
        <p:spPr>
          <a:xfrm>
            <a:off x="5852160" y="51206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549640" y="5120640"/>
            <a:ext cx="2468880" cy="502920"/>
          </a:xfrm>
          <a:prstGeom prst="roundRect">
            <a:avLst>
              <a:gd name="adj" fmla="val 50909"/>
            </a:avLst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8549640" y="51206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ReAct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the Programming Team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the agent, we were drowning in spreadsheets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63093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three advisors on BrightPeak Academy's Student Success team. Every week our early-alert export lands with attendance, assignment completion, quiz averages, midterm grades, GPA, and prior-warning counts for every active student.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Somewhere in that pile, students are quietly slipping — and by the time a low midterm grade catches our eye, it's often too late in the term to help. We needed something to triage the list for us before we ever open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0" y="1691640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F4F7FD"/>
          </a:solidFill>
          <a:ln/>
        </p:spPr>
      </p:sp>
      <p:sp>
        <p:nvSpPr>
          <p:cNvPr id="6" name="Text 4"/>
          <p:cNvSpPr/>
          <p:nvPr/>
        </p:nvSpPr>
        <p:spPr>
          <a:xfrm>
            <a:off x="7726680" y="1764792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2,400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235440" y="1764792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students tracked each week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498080" y="2743200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F4F7FD"/>
          </a:solidFill>
          <a:ln/>
        </p:spPr>
      </p:sp>
      <p:sp>
        <p:nvSpPr>
          <p:cNvPr id="9" name="Text 7"/>
          <p:cNvSpPr/>
          <p:nvPr/>
        </p:nvSpPr>
        <p:spPr>
          <a:xfrm>
            <a:off x="7726680" y="2816352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: 180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235440" y="2816352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advisor-to-student ratio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498080" y="3794760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F4F7FD"/>
          </a:solidFill>
          <a:ln/>
        </p:spPr>
      </p:sp>
      <p:sp>
        <p:nvSpPr>
          <p:cNvPr id="12" name="Text 10"/>
          <p:cNvSpPr/>
          <p:nvPr/>
        </p:nvSpPr>
        <p:spPr>
          <a:xfrm>
            <a:off x="7726680" y="3867912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9235440" y="3867912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signals per student, before context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BrightPeak Academy · Student At-Risk Intervention Agent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record, and why a raw number lies by itself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6035040" cy="4206240"/>
          </a:xfrm>
          <a:prstGeom prst="roundRect">
            <a:avLst>
              <a:gd name="adj" fmla="val 2174"/>
            </a:avLst>
          </a:prstGeom>
          <a:solidFill>
            <a:srgbClr val="F4F7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Sara — test student #2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0" y="251460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898648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completion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0" y="289864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282696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average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0" y="328269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666744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 grade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0" y="366674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4050792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0" y="405079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443484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warnings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0" y="443484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4892040"/>
            <a:ext cx="5486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5029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advisor_notes: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53035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"Works part-time and frequently misses lectures."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85800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everyone would flag first: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858000" y="233172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2331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2340" dirty="0"/>
          </a:p>
        </p:txBody>
      </p:sp>
      <p:sp>
        <p:nvSpPr>
          <p:cNvPr id="24" name="Text 22"/>
          <p:cNvSpPr/>
          <p:nvPr/>
        </p:nvSpPr>
        <p:spPr>
          <a:xfrm>
            <a:off x="6858000" y="32004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955280" y="237744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advisor_notes explain it — and the rest of Sara's record (95% completion, 3.6 GPA, zero prior warnings) says she's thriving. This is exactly the tension our four architectures had to resolve differently.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BrightPeak Academy · Student At-Risk Intervention Agent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ATTEMPT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built the reactive agent first — it was cheap and fast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call at all: pull the record, run calculate_risk_score and determine_risk_level, hand back an intervention. It shipped in an afternoon and every run is instant and free.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F4F7FD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542032"/>
            <a:ext cx="2103120" cy="4526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get_student()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921508"/>
            <a:ext cx="2103120" cy="3456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raw fields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88920" y="2825496"/>
            <a:ext cx="457200" cy="109728"/>
          </a:xfrm>
          <a:prstGeom prst="rightArrow">
            <a:avLst/>
          </a:prstGeom>
          <a:solidFill>
            <a:srgbClr val="5B6478"/>
          </a:solidFill>
          <a:ln/>
        </p:spPr>
      </p:sp>
      <p:sp>
        <p:nvSpPr>
          <p:cNvPr id="9" name="Shape 7"/>
          <p:cNvSpPr/>
          <p:nvPr/>
        </p:nvSpPr>
        <p:spPr>
          <a:xfrm>
            <a:off x="3246120" y="246888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F4F7FD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2542032"/>
            <a:ext cx="2103120" cy="4526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calculate_risk_score()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337560" y="2921508"/>
            <a:ext cx="2103120" cy="3456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hard-coded formula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577840" y="2825496"/>
            <a:ext cx="457200" cy="109728"/>
          </a:xfrm>
          <a:prstGeom prst="rightArrow">
            <a:avLst/>
          </a:prstGeom>
          <a:solidFill>
            <a:srgbClr val="5B6478"/>
          </a:solidFill>
          <a:ln/>
        </p:spPr>
      </p:sp>
      <p:sp>
        <p:nvSpPr>
          <p:cNvPr id="13" name="Shape 11"/>
          <p:cNvSpPr/>
          <p:nvPr/>
        </p:nvSpPr>
        <p:spPr>
          <a:xfrm>
            <a:off x="6035040" y="246888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CADCFC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2542032"/>
            <a:ext cx="2103120" cy="4526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elif / else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126480" y="2921508"/>
            <a:ext cx="2103120" cy="3456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thresholds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823960" y="2825496"/>
            <a:ext cx="457200" cy="109728"/>
          </a:xfrm>
          <a:prstGeom prst="rightArrow">
            <a:avLst/>
          </a:prstGeom>
          <a:solidFill>
            <a:srgbClr val="5B6478"/>
          </a:solidFill>
          <a:ln/>
        </p:spPr>
      </p:sp>
      <p:sp>
        <p:nvSpPr>
          <p:cNvPr id="17" name="Shape 15"/>
          <p:cNvSpPr/>
          <p:nvPr/>
        </p:nvSpPr>
        <p:spPr>
          <a:xfrm>
            <a:off x="8869680" y="246888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961120" y="2542032"/>
            <a:ext cx="1828800" cy="4526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recommend_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intervention()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961120" y="2921508"/>
            <a:ext cx="1828800" cy="3456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4 labels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794760"/>
            <a:ext cx="11247120" cy="1920240"/>
          </a:xfrm>
          <a:prstGeom prst="roundRect">
            <a:avLst>
              <a:gd name="adj" fmla="val 3810"/>
            </a:avLst>
          </a:prstGeom>
          <a:solidFill>
            <a:srgbClr val="FCEEEE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broke — Sara, test case #2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434340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reactive agent has no way to read advisor_notes. It saw attendance = 42%, hit the attendance threshold, and penalized her — with no way to weigh the note about working part-time against that one number.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isn't all bad, though: for Nour, whose attendance field came back null, the rules correctly fall back to INSUFFICIENT_DATA — the one genuinely smart thing a rule-based agent can do here.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BrightPeak Academy · Student At-Risk Intervention Agent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REACHING FOR THE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gave the model free rein next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unconstrained agent gets get_student and check_missing_data as tools — nothing else. No schema, no allow-list, no step limit. It decides what to call, in what order, and when it's satisfied enough to answer in plain language.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F4F7FD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404872"/>
            <a:ext cx="2194560" cy="42748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reasons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759202"/>
            <a:ext cx="2194560" cy="3264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do I need?"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880360" y="2665476"/>
            <a:ext cx="411480" cy="109728"/>
          </a:xfrm>
          <a:prstGeom prst="rightArrow">
            <a:avLst/>
          </a:prstGeom>
          <a:solidFill>
            <a:srgbClr val="5B6478"/>
          </a:solidFill>
          <a:ln/>
        </p:spPr>
      </p:sp>
      <p:sp>
        <p:nvSpPr>
          <p:cNvPr id="9" name="Shape 7"/>
          <p:cNvSpPr/>
          <p:nvPr/>
        </p:nvSpPr>
        <p:spPr>
          <a:xfrm>
            <a:off x="3291840" y="233172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F4F7FD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2404872"/>
            <a:ext cx="2194560" cy="42748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a tool call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383280" y="2759202"/>
            <a:ext cx="2194560" cy="3264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decides it's done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715000" y="2665476"/>
            <a:ext cx="411480" cy="109728"/>
          </a:xfrm>
          <a:prstGeom prst="rightArrow">
            <a:avLst/>
          </a:prstGeom>
          <a:solidFill>
            <a:srgbClr val="5B6478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0" y="233172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F4F7FD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2404872"/>
            <a:ext cx="2194560" cy="42748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observation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217920" y="2759202"/>
            <a:ext cx="2194560" cy="3264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back in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549640" y="2665476"/>
            <a:ext cx="411480" cy="109728"/>
          </a:xfrm>
          <a:prstGeom prst="rightArrow">
            <a:avLst/>
          </a:prstGeom>
          <a:solidFill>
            <a:srgbClr val="5B6478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0" y="233172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052560" y="2404872"/>
            <a:ext cx="1737360" cy="42748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(plain language)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3246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typically 2–4 calls, but there's no hard ceiling — the model decides when it's done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97764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EAF6F1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11480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got better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4480560"/>
            <a:ext cx="4983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Sara, it read the advisor_notes and reasoned in free text that part-time work explained the low attendance, landing on a sensibly lower risk level than the raw number alone.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63640" y="397764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FCEEEE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411480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got expensive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92240" y="4480560"/>
            <a:ext cx="4983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guarantees consistent phrasing of the final action from one run to the next — the reasoning is sound each time, but the wording an advisor would read varies. It was also the slowest of the four, several sequential round-trips deep.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BrightPeak Academy · Student At-Risk Intervention Agent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RIGHT AMOUNT OF CONTROL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easy 80%, one classification call was enough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6675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deterministic routing agent makes exactly one constrained model call. It reads the whole record — advisor_notes included — and returns a single label from a fixed set. Everything after that is ordinary, testable code.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301752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F4F7FD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3090672"/>
            <a:ext cx="2286000" cy="47777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record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advisor_notes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3495294"/>
            <a:ext cx="2286000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prompt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971800" y="3396996"/>
            <a:ext cx="457200" cy="109728"/>
          </a:xfrm>
          <a:prstGeom prst="rightArrow">
            <a:avLst/>
          </a:prstGeom>
          <a:solidFill>
            <a:srgbClr val="5B6478"/>
          </a:solidFill>
          <a:ln/>
        </p:spPr>
      </p:sp>
      <p:sp>
        <p:nvSpPr>
          <p:cNvPr id="9" name="Shape 7"/>
          <p:cNvSpPr/>
          <p:nvPr/>
        </p:nvSpPr>
        <p:spPr>
          <a:xfrm>
            <a:off x="3429000" y="301752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CADCFC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20440" y="3090672"/>
            <a:ext cx="2286000" cy="47777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classifier call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520440" y="3495294"/>
            <a:ext cx="2286000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max_output_tokens=20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43600" y="3396996"/>
            <a:ext cx="457200" cy="109728"/>
          </a:xfrm>
          <a:prstGeom prst="rightArrow">
            <a:avLst/>
          </a:prstGeom>
          <a:solidFill>
            <a:srgbClr val="5B6478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0" y="301752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3090672"/>
            <a:ext cx="1920240" cy="47777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label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92240" y="3495294"/>
            <a:ext cx="1920240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· MEDIUM · HIGH · CRITICAL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4206240"/>
            <a:ext cx="6675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Sara, one classification call correctly leaned toward a lower risk label. But routing only ever sees a snapshot: for Youssef — previously at risk, now steadily improving — it can't factor in the pattern across his previous_warnings the way a multi-step agent could.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554480"/>
            <a:ext cx="3977640" cy="4023360"/>
          </a:xfrm>
          <a:prstGeom prst="roundRect">
            <a:avLst>
              <a:gd name="adj" fmla="val 1839"/>
            </a:avLst>
          </a:prstGeom>
          <a:solidFill>
            <a:srgbClr val="F4F7FD"/>
          </a:solidFill>
          <a:ln/>
        </p:spPr>
      </p:sp>
      <p:sp>
        <p:nvSpPr>
          <p:cNvPr id="18" name="Text 16"/>
          <p:cNvSpPr/>
          <p:nvPr/>
        </p:nvSpPr>
        <p:spPr>
          <a:xfrm>
            <a:off x="8001000" y="17373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fits most of the queue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01000" y="2240280"/>
            <a:ext cx="35661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Fast: one round trip, ~20 output tokens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Cheap: predictable cost at scale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Testable: every downstream action is plain code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spot: no room to weigh a pattern across previous_warnings, and no fallback beyond surfacing an error if the model returns a label outside the five valid values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BrightPeak Academy · Student At-Risk Intervention Agent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RIGHT AMOUNT OF CONTROL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ambiguous 20%, we kept the loop but fenced it in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reasoning loop as the unconstrained agent — but every step must validate against a schema, tool calls are limited to an allow-list, and the run is capped. It ends in an explicit final_answer or an escalation, never a shrug.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4F7F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774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263347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AgentStepSchema (Pydantic)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 · action · action_input — every step must parse or it's rejected and retried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51960" y="228600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4F7FD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23774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Allow-list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434840" y="263347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get_student, check_missing_data,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final_answer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34840" y="29718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calculate_risk_score / determine_risk_level — the model still has to judge, not just fetch a score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46720" y="228600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23774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budget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0" y="263347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MAX_STEPS = 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0" y="29718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MAX_RETRIES_PER_STEP = 2 — run out, and it escalates to a human instead of looping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11247120" cy="2148840"/>
          </a:xfrm>
          <a:prstGeom prst="roundRect">
            <a:avLst>
              <a:gd name="adj" fmla="val 3404"/>
            </a:avLst>
          </a:prstGeom>
          <a:solidFill>
            <a:srgbClr val="EAF6F1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703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felt like the right amount of freedom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411480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advisor_notes the same way the unconstrained agent does — same two tools, get_student and check_missing_data, nothing that hands it a pre-computed score. For Sara, it took two steps and returned a schema-valid final_answer: lower risk, attendance explained by part-time work. For Nour, whose attendance field is missing, it correctly leaned INSUFFICIENT_DATA with an escalation note instead of guessing — and if a run ever ran past MAX_STEPS, it stops and escalates rather than looping.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BrightPeak Academy · Student At-Risk Intervention Agent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test cases, four very different runs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4572000"/>
        </p:xfrm>
        <a:graphic>
          <a:graphicData uri="http://schemas.openxmlformats.org/drawingml/2006/table">
            <a:tbl>
              <a:tblPr/>
              <a:tblGrid>
                <a:gridCol w="1554480"/>
                <a:gridCol w="1600200"/>
                <a:gridCol w="1508760"/>
                <a:gridCol w="1737360"/>
                <a:gridCol w="48463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Calls / student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broke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Sara gets penalized for attendance with no way to weigh the advisor note against it; Nour correctly falls back to INSUFFICIENT_DATA, the one smart thing rules can do here.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Unconstrained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2–4 typically, no hard ceiling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moderate–high, depending on back-and-forth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slowest of the four — several sequential round-trips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advisor_notes and reasons in free text, but nothing guarantees consistent phrasing of the final action from one run to the next.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fastest model-backed option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classification call, no room to factor in a pattern across previous_warnings; no fallback beyond surfacing an error if the model returns something outside the five valid labels.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MAX_STEPS = 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grows a bit per step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between, bounded by the step budget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advisor_notes the same way the unconstrained agent does (same two tools, no pre-computed score) — just with a schema-validated final_answer, a fixed allow-list, and a hard stop that escalates instead of looping.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BrightPeak Academy · Student At-Risk Intervention Agent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STANDS NOW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we'd still worry about in production tomorrow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5486400" cy="1874520"/>
          </a:xfrm>
          <a:prstGeom prst="roundRect">
            <a:avLst>
              <a:gd name="adj" fmla="val 3902"/>
            </a:avLst>
          </a:prstGeom>
          <a:solidFill>
            <a:srgbClr val="F4F7F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9019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phrasing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85800" y="2304288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unconstrained agent's reasoning is sound run to run, but nothing guarantees the final action comes out worded the same way twice — that's hard for advisors to act on consistently.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486400" cy="1874520"/>
          </a:xfrm>
          <a:prstGeom prst="roundRect">
            <a:avLst>
              <a:gd name="adj" fmla="val 3902"/>
            </a:avLst>
          </a:prstGeom>
          <a:solidFill>
            <a:srgbClr val="F4F7FD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9019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fallback on bad labels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92240" y="2304288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routing call ever returns something outside the five valid values, today we just surface the error. We don't yet have a retry or safe default.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840480"/>
            <a:ext cx="5486400" cy="1874520"/>
          </a:xfrm>
          <a:prstGeom prst="roundRect">
            <a:avLst>
              <a:gd name="adj" fmla="val 3902"/>
            </a:avLst>
          </a:prstGeom>
          <a:solidFill>
            <a:srgbClr val="F4F7FD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400507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load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85800" y="4407408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constrained ReAct hits MAX_STEPS too often, we've just moved the bottleneck to whoever reviews escalations.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3840480"/>
            <a:ext cx="5486400" cy="1874520"/>
          </a:xfrm>
          <a:prstGeom prst="roundRect">
            <a:avLst>
              <a:gd name="adj" fmla="val 3902"/>
            </a:avLst>
          </a:prstGeom>
          <a:solidFill>
            <a:srgbClr val="F4F7FD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400507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providers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92240" y="4407408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ReAct runs on Groq/Llama-3.3-70b while the other three run on Gemini — our comparison table isn't fully apples-to-apples until that's the same model everywhere.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BrightPeak Academy · Student At-Risk Intervention Agent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roadmap for the next iteration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502920" cy="502920"/>
          </a:xfrm>
          <a:prstGeom prst="ellipse">
            <a:avLst/>
          </a:prstGeom>
          <a:solidFill>
            <a:srgbClr val="2C387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6" name="Text 4"/>
          <p:cNvSpPr/>
          <p:nvPr/>
        </p:nvSpPr>
        <p:spPr>
          <a:xfrm>
            <a:off x="1188720" y="187452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small set of calibrated few-shot examples to the routing prompt, using Sara and Youssef as worked examples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2880360"/>
            <a:ext cx="502920" cy="502920"/>
          </a:xfrm>
          <a:prstGeom prst="ellipse">
            <a:avLst/>
          </a:prstGeom>
          <a:solidFill>
            <a:srgbClr val="2C387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9" name="Text 7"/>
          <p:cNvSpPr/>
          <p:nvPr/>
        </p:nvSpPr>
        <p:spPr>
          <a:xfrm>
            <a:off x="1188720" y="283464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explicit fallback path for routing when the model returns a label outside the five valid values, instead of just surfacing an error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57200" y="3840480"/>
            <a:ext cx="502920" cy="502920"/>
          </a:xfrm>
          <a:prstGeom prst="ellipse">
            <a:avLst/>
          </a:prstGeom>
          <a:solidFill>
            <a:srgbClr val="2C387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1188720" y="379476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routing a lightweight second signal for previous_warnings trends, so cases like Youssef's improvement aren't invisible to a single-snapshot call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457200" y="4800600"/>
            <a:ext cx="502920" cy="502920"/>
          </a:xfrm>
          <a:prstGeom prst="ellipse">
            <a:avLst/>
          </a:prstGeom>
          <a:solidFill>
            <a:srgbClr val="2C387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800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30" dirty="0"/>
          </a:p>
        </p:txBody>
      </p:sp>
      <p:sp>
        <p:nvSpPr>
          <p:cNvPr id="15" name="Text 13"/>
          <p:cNvSpPr/>
          <p:nvPr/>
        </p:nvSpPr>
        <p:spPr>
          <a:xfrm>
            <a:off x="1188720" y="475488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all four architectures on one model provider before we publish final cost and latency comparisons — constrained currently runs on Groq/Llama while the rest run on Gemini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BrightPeak Academy · Student At-Risk Intervention Agent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architectures. One shared repo.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of us who can explain any line of it.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3931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next: Sara's record, plus a tricky one you haven't seen yet.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Team · BrightPeak Academy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2026-07-25T04:19:49Z</dcterms:created>
  <dcterms:modified xsi:type="dcterms:W3CDTF">2026-07-25T04:19:49Z</dcterms:modified>
</cp:coreProperties>
</file>